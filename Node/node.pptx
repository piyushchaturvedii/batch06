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</a:t>
            </a:r>
            <a:r>
              <a:rPr lang="en-US"/>
              <a:t>files with Order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28669</TotalTime>
  <Words>3090</Words>
  <Application>Microsoft Macintosh PowerPoint</Application>
  <PresentationFormat>Widescreen</PresentationFormat>
  <Paragraphs>617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2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105</cp:revision>
  <dcterms:created xsi:type="dcterms:W3CDTF">2025-11-04T10:55:41Z</dcterms:created>
  <dcterms:modified xsi:type="dcterms:W3CDTF">2026-02-10T12:57:56Z</dcterms:modified>
</cp:coreProperties>
</file>