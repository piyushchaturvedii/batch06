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4909</TotalTime>
  <Words>1048</Words>
  <Application>Microsoft Macintosh PowerPoint</Application>
  <PresentationFormat>Widescreen</PresentationFormat>
  <Paragraphs>199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16</cp:revision>
  <dcterms:created xsi:type="dcterms:W3CDTF">2025-11-04T10:55:41Z</dcterms:created>
  <dcterms:modified xsi:type="dcterms:W3CDTF">2025-11-21T11:23:50Z</dcterms:modified>
</cp:coreProperties>
</file>