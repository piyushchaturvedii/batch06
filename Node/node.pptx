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10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64" y="166255"/>
            <a:ext cx="10969336" cy="6010708"/>
          </a:xfrm>
        </p:spPr>
        <p:txBody>
          <a:bodyPr numCol="2"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the database</a:t>
            </a:r>
          </a:p>
          <a:p>
            <a:r>
              <a:rPr lang="en-US" dirty="0"/>
              <a:t>Static Images &amp; Errors Handling</a:t>
            </a:r>
          </a:p>
          <a:p>
            <a:r>
              <a:rPr lang="en-US" dirty="0"/>
              <a:t>Fetching a single post</a:t>
            </a:r>
          </a:p>
          <a:p>
            <a:r>
              <a:rPr lang="en-US" dirty="0"/>
              <a:t>Uploading image</a:t>
            </a:r>
          </a:p>
          <a:p>
            <a:r>
              <a:rPr lang="en-US" dirty="0"/>
              <a:t>Updating Posts</a:t>
            </a:r>
          </a:p>
          <a:p>
            <a:r>
              <a:rPr lang="en-US" dirty="0"/>
              <a:t>Delete Posts</a:t>
            </a:r>
          </a:p>
          <a:p>
            <a:r>
              <a:rPr lang="en-US" dirty="0"/>
              <a:t>Adding Pagination</a:t>
            </a:r>
          </a:p>
          <a:p>
            <a:r>
              <a:rPr lang="en-US" dirty="0"/>
              <a:t>Adding a User Modal</a:t>
            </a:r>
          </a:p>
          <a:p>
            <a:r>
              <a:rPr lang="en-US" dirty="0"/>
              <a:t>Adding user signup validation</a:t>
            </a:r>
          </a:p>
          <a:p>
            <a:r>
              <a:rPr lang="en-US" dirty="0"/>
              <a:t>Signing User Password</a:t>
            </a:r>
          </a:p>
          <a:p>
            <a:r>
              <a:rPr lang="en-US" dirty="0"/>
              <a:t>Starting with user Login</a:t>
            </a:r>
          </a:p>
          <a:p>
            <a:r>
              <a:rPr lang="en-US" dirty="0"/>
              <a:t>Logging in &amp; creating JSON Web Token (JWTs)</a:t>
            </a:r>
          </a:p>
          <a:p>
            <a:r>
              <a:rPr lang="en-US" dirty="0"/>
              <a:t>Using </a:t>
            </a:r>
            <a:r>
              <a:rPr lang="en-US"/>
              <a:t>&amp; Validating the Token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31376</TotalTime>
  <Words>3686</Words>
  <Application>Microsoft Macintosh PowerPoint</Application>
  <PresentationFormat>Widescreen</PresentationFormat>
  <Paragraphs>738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136</cp:revision>
  <dcterms:created xsi:type="dcterms:W3CDTF">2025-11-04T10:55:41Z</dcterms:created>
  <dcterms:modified xsi:type="dcterms:W3CDTF">2026-02-27T12:24:40Z</dcterms:modified>
</cp:coreProperties>
</file>