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04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</a:t>
            </a:r>
            <a:r>
              <a:rPr lang="en-US"/>
              <a:t>All Product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21551</TotalTime>
  <Words>2210</Words>
  <Application>Microsoft Macintosh PowerPoint</Application>
  <PresentationFormat>Widescreen</PresentationFormat>
  <Paragraphs>439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56</cp:revision>
  <dcterms:created xsi:type="dcterms:W3CDTF">2025-11-04T10:55:41Z</dcterms:created>
  <dcterms:modified xsi:type="dcterms:W3CDTF">2026-01-09T05:05:27Z</dcterms:modified>
</cp:coreProperties>
</file>