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7"/>
  </p:normalViewPr>
  <p:slideViewPr>
    <p:cSldViewPr snapToGrid="0">
      <p:cViewPr varScale="1">
        <p:scale>
          <a:sx n="141" d="100"/>
          <a:sy n="141" d="100"/>
        </p:scale>
        <p:origin x="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/>
              <a:t>Displaying product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6232</TotalTime>
  <Words>1200</Words>
  <Application>Microsoft Macintosh PowerPoint</Application>
  <PresentationFormat>Widescreen</PresentationFormat>
  <Paragraphs>225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20</cp:revision>
  <dcterms:created xsi:type="dcterms:W3CDTF">2025-11-04T10:55:41Z</dcterms:created>
  <dcterms:modified xsi:type="dcterms:W3CDTF">2025-11-26T11:45:31Z</dcterms:modified>
</cp:coreProperties>
</file>