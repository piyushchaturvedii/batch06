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3E9F6-794D-36EF-948D-D4445885B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 modules system</a:t>
            </a:r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/>
              <a:t>Developing Efficiently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504</TotalTime>
  <Words>656</Words>
  <Application>Microsoft Macintosh PowerPoint</Application>
  <PresentationFormat>Widescreen</PresentationFormat>
  <Paragraphs>138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5</cp:revision>
  <dcterms:created xsi:type="dcterms:W3CDTF">2025-11-04T10:55:41Z</dcterms:created>
  <dcterms:modified xsi:type="dcterms:W3CDTF">2025-11-10T11:56:20Z</dcterms:modified>
</cp:coreProperties>
</file>