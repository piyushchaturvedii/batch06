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33"/>
    <p:restoredTop sz="94667"/>
  </p:normalViewPr>
  <p:slideViewPr>
    <p:cSldViewPr snapToGrid="0">
      <p:cViewPr varScale="1">
        <p:scale>
          <a:sx n="123" d="100"/>
          <a:sy n="123" d="100"/>
        </p:scale>
        <p:origin x="1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CCCA-0FDB-D277-E384-7297B6D87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2E821E-18B4-DC2F-B954-21D25B137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73449-F024-9644-547C-D184A7A4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A9DE-5D16-5148-A31A-5AFF5E45A3E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208AA-7D83-1D01-372D-2FDD59B77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E989E-7C43-5FAB-069B-37CF383B5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B1E2-AC62-A547-9CF3-10D12B7A2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71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342A4-32A5-DC56-63DF-68593149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E59D9-75C3-C3FA-7B00-99E14BC14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7EBBB-A008-D996-5B36-535B52BC3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A9DE-5D16-5148-A31A-5AFF5E45A3E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1FEAF-5C03-BC76-B420-E5E150123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62071-ECF3-8624-A18D-7B8F17D5D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B1E2-AC62-A547-9CF3-10D12B7A2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98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D9E63-652D-5492-9C69-3E837F73F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18F2B-4052-8FE4-FFEA-907BB8942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7A125-0762-5E22-512B-048787755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A9DE-5D16-5148-A31A-5AFF5E45A3E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742FE-994A-7F7D-E13D-34ECA6A6C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0AAD4-57A5-512E-4312-BB1773C2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B1E2-AC62-A547-9CF3-10D12B7A2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3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A6FA7-9295-DCC7-9C09-C6916C61D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58A6B-FF3F-AD0B-C7DF-47C0F39AAD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E6C19-CA6C-12F5-4036-E8773A23A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96EB9-C6FD-3AE3-968D-153231BEE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A9DE-5D16-5148-A31A-5AFF5E45A3E1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94D30-A496-C92C-5974-3378C850E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46523-EC93-044B-E65A-33B5B4888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B1E2-AC62-A547-9CF3-10D12B7A2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34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722B5-3E81-5B50-2B71-2584D2142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BD083-0DDC-B7EB-BE45-87B5E45FC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CD957-54B2-7FA9-A163-04DDAFDEF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B6DF5-AB7F-4EE6-70C6-8CDF015066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57AD0-4D8F-10B3-CA32-A5AA05531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4C865E-E12F-1255-638B-70A5510A3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A9DE-5D16-5148-A31A-5AFF5E45A3E1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A7C5C-C4FC-4E9A-BAB5-336AFF9D1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3095C1-3D69-8121-CD14-9E02ADE92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B1E2-AC62-A547-9CF3-10D12B7A2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0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FE9F-BC40-8B2F-407F-BBC871821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76B06-567A-94F5-89EC-533CFB7BA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A9DE-5D16-5148-A31A-5AFF5E45A3E1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74243-4980-C5D7-41F2-3AE79292B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06EE4-6DC2-29C4-BF2A-568E363F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B1E2-AC62-A547-9CF3-10D12B7A2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84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D6489-D076-44CB-AF3F-F84861FD5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A9DE-5D16-5148-A31A-5AFF5E45A3E1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C16D5-820A-6C04-8103-25C42CA60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D276C-2612-F340-9878-9BE6AEDB9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B1E2-AC62-A547-9CF3-10D12B7A2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68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B7C64-7940-3139-A25E-E6BD5E7A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4C6F-857B-394A-CF8D-224D6600F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B85B7-4A39-0819-1818-4C6BDAB5C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148E7-BCC4-2CE7-28B9-2E45ADC7C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A9DE-5D16-5148-A31A-5AFF5E45A3E1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9F462-FD97-D049-671E-F9C50C238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7694B-1122-3B00-7B35-3B333B8C7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B1E2-AC62-A547-9CF3-10D12B7A2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27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E2D8-C3F4-5842-27D5-63D82AB58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8D688F-8E61-3506-2016-3156C0A1D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0B039-D9E0-CA55-3667-39EFB46E5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E8D216-2B11-34BB-5448-B0B039A8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A9DE-5D16-5148-A31A-5AFF5E45A3E1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6EEA8-4B94-31D4-7470-669B19A09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1C360-368A-B00E-BE7A-FA0DF95A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B1E2-AC62-A547-9CF3-10D12B7A2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77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4E847-992F-EED8-1B39-FE13BEAD9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C92D7-B542-3BA7-01A3-768D21D0F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27D0C-830C-53D6-66ED-D0A108D13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A9DE-5D16-5148-A31A-5AFF5E45A3E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B0346-57DD-320A-82E2-658A3C4F3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F0FC3-8A3D-6222-C7F6-302FDB4A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B1E2-AC62-A547-9CF3-10D12B7A2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93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C160E-CA3D-DD8C-3065-71796929B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DB2A6-9B71-B599-DB28-BAFC18A46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E9F84-32B1-4F0A-362C-F22B2D519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A9DE-5D16-5148-A31A-5AFF5E45A3E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16A9F-A6B5-07EC-8B0D-F49722473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5DBE-4FF2-9B8D-EE9C-5A27A8F3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B1E2-AC62-A547-9CF3-10D12B7A2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16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F13C14-D0F4-E3B6-21E8-CA315A5AE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371E0-DB6B-8031-63E5-18D76FC87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2DA92-133E-9857-1065-1AC0ADA5C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04A9DE-5D16-5148-A31A-5AFF5E45A3E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17630-CCF0-A3E0-36E6-3B46E3F35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242EB-1DCC-EBFF-AB47-7B138B0ED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2B1E2-AC62-A547-9CF3-10D12B7A2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25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D88FA-FE25-EC35-E707-69A9EBA48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17323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React?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F4869-4A03-DE42-3632-67891EEAA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26771"/>
            <a:ext cx="9144000" cy="3331029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React IS JAVASCRIPT LIBRARY FOR BUILDING USER INTERFACES.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DEVELOPED &amp; Maintained BY FACEBOOK ( META)</a:t>
            </a:r>
          </a:p>
        </p:txBody>
      </p:sp>
    </p:spTree>
    <p:extLst>
      <p:ext uri="{BB962C8B-B14F-4D97-AF65-F5344CB8AC3E}">
        <p14:creationId xmlns:p14="http://schemas.microsoft.com/office/powerpoint/2010/main" val="2614414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C4095-3A97-E674-B16E-D93D5AB72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Component?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B0E2A-40F6-6CE8-0F6F-60CFA1313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component is a small, reusable piece of code that defines a part of a user interface.</a:t>
            </a:r>
          </a:p>
          <a:p>
            <a:r>
              <a:rPr lang="en-US" dirty="0"/>
              <a:t>They can be reused throughout an application, making it easier t build and maintain large, modular applications.</a:t>
            </a:r>
          </a:p>
          <a:p>
            <a:r>
              <a:rPr lang="en-US" dirty="0"/>
              <a:t>Components can be nested inside other components to create complex user interfaces.</a:t>
            </a:r>
          </a:p>
        </p:txBody>
      </p:sp>
    </p:spTree>
    <p:extLst>
      <p:ext uri="{BB962C8B-B14F-4D97-AF65-F5344CB8AC3E}">
        <p14:creationId xmlns:p14="http://schemas.microsoft.com/office/powerpoint/2010/main" val="2346297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8C48C-8354-037F-7FCF-278653BE8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React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57976-1A80-720C-566F-235B3C8C9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new single-page application</a:t>
            </a:r>
          </a:p>
          <a:p>
            <a:endParaRPr lang="en-US" dirty="0"/>
          </a:p>
          <a:p>
            <a:r>
              <a:rPr lang="en-US" dirty="0" err="1"/>
              <a:t>npx</a:t>
            </a:r>
            <a:r>
              <a:rPr lang="en-US" dirty="0"/>
              <a:t> create-react-app my-app</a:t>
            </a:r>
          </a:p>
          <a:p>
            <a:r>
              <a:rPr lang="en-US" dirty="0"/>
              <a:t>JSX In-depth Intro</a:t>
            </a:r>
          </a:p>
          <a:p>
            <a:r>
              <a:rPr lang="en-US" dirty="0"/>
              <a:t>Basic Template 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104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D9721-1DE5-1D37-527B-A1D8F93D8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1C6C7-5816-D719-247F-5983BA7AC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Why we need States ?</a:t>
            </a:r>
          </a:p>
          <a:p>
            <a:r>
              <a:rPr lang="en-US" dirty="0"/>
              <a:t>State Introduction </a:t>
            </a:r>
            <a:r>
              <a:rPr lang="en-US" dirty="0" err="1"/>
              <a:t>useState</a:t>
            </a:r>
            <a:endParaRPr lang="en-US" dirty="0"/>
          </a:p>
          <a:p>
            <a:r>
              <a:rPr lang="en-US" dirty="0" err="1"/>
              <a:t>useState</a:t>
            </a:r>
            <a:r>
              <a:rPr lang="en-US" dirty="0"/>
              <a:t> Multiple Updates</a:t>
            </a:r>
          </a:p>
          <a:p>
            <a:r>
              <a:rPr lang="en-US" dirty="0" err="1"/>
              <a:t>useState</a:t>
            </a:r>
            <a:r>
              <a:rPr lang="en-US" dirty="0"/>
              <a:t> Array State Value</a:t>
            </a:r>
          </a:p>
          <a:p>
            <a:r>
              <a:rPr lang="en-US" dirty="0" err="1"/>
              <a:t>useState</a:t>
            </a:r>
            <a:r>
              <a:rPr lang="en-US" dirty="0"/>
              <a:t> Array </a:t>
            </a:r>
            <a:r>
              <a:rPr lang="en-US" dirty="0" err="1"/>
              <a:t>setState</a:t>
            </a:r>
            <a:r>
              <a:rPr lang="en-US" dirty="0"/>
              <a:t> Value</a:t>
            </a:r>
          </a:p>
          <a:p>
            <a:r>
              <a:rPr lang="en-US" dirty="0"/>
              <a:t>Conditional Templates</a:t>
            </a:r>
          </a:p>
          <a:p>
            <a:endParaRPr lang="en-US" dirty="0"/>
          </a:p>
          <a:p>
            <a:r>
              <a:rPr lang="en-US" dirty="0"/>
              <a:t>Multiple Components &amp; Fragments</a:t>
            </a:r>
          </a:p>
          <a:p>
            <a:r>
              <a:rPr lang="en-US" dirty="0"/>
              <a:t>Props In-depth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81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65F7B9-36D6-513C-6622-B92FAC96BC97}"/>
              </a:ext>
            </a:extLst>
          </p:cNvPr>
          <p:cNvSpPr/>
          <p:nvPr/>
        </p:nvSpPr>
        <p:spPr>
          <a:xfrm>
            <a:off x="5127171" y="468085"/>
            <a:ext cx="2177143" cy="6749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root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4DA232-F56D-D7E7-171E-99519F4859E1}"/>
              </a:ext>
            </a:extLst>
          </p:cNvPr>
          <p:cNvSpPr/>
          <p:nvPr/>
        </p:nvSpPr>
        <p:spPr>
          <a:xfrm>
            <a:off x="5127171" y="1371600"/>
            <a:ext cx="2177143" cy="6749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9EDCA2-C3BC-80F0-75D8-915A40BD39AD}"/>
              </a:ext>
            </a:extLst>
          </p:cNvPr>
          <p:cNvSpPr/>
          <p:nvPr/>
        </p:nvSpPr>
        <p:spPr>
          <a:xfrm>
            <a:off x="1142997" y="2819400"/>
            <a:ext cx="2177143" cy="6749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A60D5E-2E1F-05FE-B5B3-3D05EF16A9BD}"/>
              </a:ext>
            </a:extLst>
          </p:cNvPr>
          <p:cNvSpPr/>
          <p:nvPr/>
        </p:nvSpPr>
        <p:spPr>
          <a:xfrm>
            <a:off x="5127169" y="2819400"/>
            <a:ext cx="2177143" cy="6749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TaskList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81374D7-F11F-AE5E-98FA-344E792768F2}"/>
              </a:ext>
            </a:extLst>
          </p:cNvPr>
          <p:cNvSpPr/>
          <p:nvPr/>
        </p:nvSpPr>
        <p:spPr>
          <a:xfrm>
            <a:off x="8741228" y="2819400"/>
            <a:ext cx="2177143" cy="6749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Footer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C7EB6E3-5FEC-A268-6D44-18528A5C5C56}"/>
              </a:ext>
            </a:extLst>
          </p:cNvPr>
          <p:cNvSpPr/>
          <p:nvPr/>
        </p:nvSpPr>
        <p:spPr>
          <a:xfrm>
            <a:off x="5127168" y="4332514"/>
            <a:ext cx="2177143" cy="6749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TaskCard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0DB6FD-8F8D-9190-145D-CFEA3A3985E0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215743" y="1142999"/>
            <a:ext cx="0" cy="228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A57C16-9582-2C5B-562E-A5EADF5A1B9B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6215741" y="2046514"/>
            <a:ext cx="2" cy="772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74D8B319-ED53-9C6E-48D3-5BD2A00FCAAD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3837213" y="440870"/>
            <a:ext cx="772886" cy="398417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D84369D0-AEE7-0C62-88ED-6B50AE718816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16200000" flipH="1">
            <a:off x="7636328" y="625928"/>
            <a:ext cx="772886" cy="361405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6B053B87-FA39-B8B5-DC05-ECAF02E9FE24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5400000">
            <a:off x="5796641" y="3913414"/>
            <a:ext cx="838200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6D7E361-167C-0B45-F6D5-A7C547B79778}"/>
              </a:ext>
            </a:extLst>
          </p:cNvPr>
          <p:cNvSpPr txBox="1"/>
          <p:nvPr/>
        </p:nvSpPr>
        <p:spPr>
          <a:xfrm rot="16200000">
            <a:off x="5519061" y="3766846"/>
            <a:ext cx="91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props</a:t>
            </a:r>
          </a:p>
        </p:txBody>
      </p:sp>
    </p:spTree>
    <p:extLst>
      <p:ext uri="{BB962C8B-B14F-4D97-AF65-F5344CB8AC3E}">
        <p14:creationId xmlns:p14="http://schemas.microsoft.com/office/powerpoint/2010/main" val="2947726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FC8A5-11B2-DA38-45D8-CD20FF8AE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"/>
            <a:ext cx="10515600" cy="6024563"/>
          </a:xfrm>
        </p:spPr>
        <p:txBody>
          <a:bodyPr numCol="2">
            <a:normAutofit lnSpcReduction="10000"/>
          </a:bodyPr>
          <a:lstStyle/>
          <a:p>
            <a:r>
              <a:rPr lang="en-US" dirty="0"/>
              <a:t>Props Children</a:t>
            </a:r>
          </a:p>
          <a:p>
            <a:r>
              <a:rPr lang="en-US" dirty="0"/>
              <a:t>Props Drilling</a:t>
            </a:r>
          </a:p>
          <a:p>
            <a:r>
              <a:rPr lang="en-US" dirty="0"/>
              <a:t>Global Level Styling</a:t>
            </a:r>
          </a:p>
          <a:p>
            <a:r>
              <a:rPr lang="en-US" dirty="0"/>
              <a:t>Component Level Styling</a:t>
            </a:r>
          </a:p>
          <a:p>
            <a:r>
              <a:rPr lang="en-US" dirty="0"/>
              <a:t>Inline Level Styling</a:t>
            </a:r>
          </a:p>
          <a:p>
            <a:r>
              <a:rPr lang="en-US" dirty="0"/>
              <a:t>Dynamic Level Styling</a:t>
            </a:r>
          </a:p>
          <a:p>
            <a:r>
              <a:rPr lang="en-US" dirty="0"/>
              <a:t>Module Level Styling</a:t>
            </a:r>
          </a:p>
          <a:p>
            <a:r>
              <a:rPr lang="en-US" dirty="0"/>
              <a:t>Form &amp; Input</a:t>
            </a:r>
          </a:p>
          <a:p>
            <a:r>
              <a:rPr lang="en-US" dirty="0" err="1"/>
              <a:t>onChange</a:t>
            </a:r>
            <a:r>
              <a:rPr lang="en-US" dirty="0"/>
              <a:t> Event</a:t>
            </a:r>
          </a:p>
          <a:p>
            <a:r>
              <a:rPr lang="en-US" dirty="0"/>
              <a:t>Controlled Inputs</a:t>
            </a:r>
          </a:p>
          <a:p>
            <a:r>
              <a:rPr lang="en-US" dirty="0" err="1"/>
              <a:t>onSubmit</a:t>
            </a:r>
            <a:r>
              <a:rPr lang="en-US" dirty="0"/>
              <a:t> Event</a:t>
            </a:r>
          </a:p>
          <a:p>
            <a:r>
              <a:rPr lang="en-US" dirty="0"/>
              <a:t>Add New Task</a:t>
            </a:r>
          </a:p>
          <a:p>
            <a:r>
              <a:rPr lang="en-US" dirty="0" err="1"/>
              <a:t>useRef</a:t>
            </a:r>
            <a:r>
              <a:rPr lang="en-US" dirty="0"/>
              <a:t> Hook</a:t>
            </a:r>
          </a:p>
          <a:p>
            <a:r>
              <a:rPr lang="en-US" dirty="0"/>
              <a:t>Json Server – </a:t>
            </a:r>
          </a:p>
          <a:p>
            <a:pPr lvl="1"/>
            <a:r>
              <a:rPr lang="en-US" dirty="0" err="1"/>
              <a:t>json</a:t>
            </a:r>
            <a:r>
              <a:rPr lang="en-US" dirty="0"/>
              <a:t>-server --watch data/</a:t>
            </a:r>
            <a:r>
              <a:rPr lang="en-US" dirty="0" err="1"/>
              <a:t>db.json</a:t>
            </a:r>
            <a:r>
              <a:rPr lang="en-US" dirty="0"/>
              <a:t> --port 4000</a:t>
            </a:r>
          </a:p>
          <a:p>
            <a:r>
              <a:rPr lang="en-US" dirty="0" err="1"/>
              <a:t>useEffect</a:t>
            </a:r>
            <a:endParaRPr lang="en-US" dirty="0"/>
          </a:p>
          <a:p>
            <a:r>
              <a:rPr lang="en-US" dirty="0"/>
              <a:t>List Output</a:t>
            </a:r>
          </a:p>
          <a:p>
            <a:r>
              <a:rPr lang="en-US" dirty="0" err="1"/>
              <a:t>onClick</a:t>
            </a:r>
            <a:r>
              <a:rPr lang="en-US" dirty="0"/>
              <a:t> Event</a:t>
            </a:r>
          </a:p>
          <a:p>
            <a:r>
              <a:rPr lang="en-US" dirty="0" err="1"/>
              <a:t>useCallback</a:t>
            </a:r>
            <a:endParaRPr lang="en-US" dirty="0"/>
          </a:p>
          <a:p>
            <a:r>
              <a:rPr lang="en-US" dirty="0"/>
              <a:t>Custom hook</a:t>
            </a:r>
          </a:p>
          <a:p>
            <a:r>
              <a:rPr lang="en-US" dirty="0"/>
              <a:t>Loading State</a:t>
            </a:r>
          </a:p>
          <a:p>
            <a:r>
              <a:rPr lang="en-US" dirty="0"/>
              <a:t>Handling Errors (</a:t>
            </a:r>
            <a:r>
              <a:rPr lang="en-US" dirty="0" err="1"/>
              <a:t>trycatch</a:t>
            </a:r>
            <a:r>
              <a:rPr lang="en-US" dirty="0"/>
              <a:t>)</a:t>
            </a:r>
          </a:p>
          <a:p>
            <a:r>
              <a:rPr lang="en-US" dirty="0"/>
              <a:t>Aborting Fetch Request</a:t>
            </a:r>
          </a:p>
          <a:p>
            <a:r>
              <a:rPr lang="en-US" dirty="0"/>
              <a:t>Infinite Loops</a:t>
            </a:r>
          </a:p>
        </p:txBody>
      </p:sp>
    </p:spTree>
    <p:extLst>
      <p:ext uri="{BB962C8B-B14F-4D97-AF65-F5344CB8AC3E}">
        <p14:creationId xmlns:p14="http://schemas.microsoft.com/office/powerpoint/2010/main" val="2929752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878405-7A73-94A2-249C-BAC07061A2E6}"/>
              </a:ext>
            </a:extLst>
          </p:cNvPr>
          <p:cNvSpPr/>
          <p:nvPr/>
        </p:nvSpPr>
        <p:spPr>
          <a:xfrm>
            <a:off x="691116" y="372141"/>
            <a:ext cx="1605517" cy="627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JavaScript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8A2943-97AF-F17B-58F1-FDC2CB758D4A}"/>
              </a:ext>
            </a:extLst>
          </p:cNvPr>
          <p:cNvSpPr/>
          <p:nvPr/>
        </p:nvSpPr>
        <p:spPr>
          <a:xfrm>
            <a:off x="3076354" y="999461"/>
            <a:ext cx="2484474" cy="627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Synchronous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F31D43-BFCA-3110-7D96-69D5A7E6EEF1}"/>
              </a:ext>
            </a:extLst>
          </p:cNvPr>
          <p:cNvSpPr/>
          <p:nvPr/>
        </p:nvSpPr>
        <p:spPr>
          <a:xfrm>
            <a:off x="3076354" y="1853609"/>
            <a:ext cx="2484474" cy="627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Single threaded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F750D7-7BA0-263C-92A5-D243A9848393}"/>
              </a:ext>
            </a:extLst>
          </p:cNvPr>
          <p:cNvSpPr/>
          <p:nvPr/>
        </p:nvSpPr>
        <p:spPr>
          <a:xfrm>
            <a:off x="545804" y="3012560"/>
            <a:ext cx="1605517" cy="627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Execution Context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8C8358-8A6A-60A8-800E-6FDE34C43E4A}"/>
              </a:ext>
            </a:extLst>
          </p:cNvPr>
          <p:cNvSpPr/>
          <p:nvPr/>
        </p:nvSpPr>
        <p:spPr>
          <a:xfrm>
            <a:off x="2931042" y="3639880"/>
            <a:ext cx="4192772" cy="627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 one line of code at a time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CFABBC-F05C-957C-8054-A837C7C597A7}"/>
              </a:ext>
            </a:extLst>
          </p:cNvPr>
          <p:cNvSpPr/>
          <p:nvPr/>
        </p:nvSpPr>
        <p:spPr>
          <a:xfrm>
            <a:off x="2931042" y="4494028"/>
            <a:ext cx="1605517" cy="627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Console -1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71239A-8C34-366D-0D59-7A16CF6CD4E8}"/>
              </a:ext>
            </a:extLst>
          </p:cNvPr>
          <p:cNvSpPr/>
          <p:nvPr/>
        </p:nvSpPr>
        <p:spPr>
          <a:xfrm>
            <a:off x="2931042" y="5511208"/>
            <a:ext cx="1605517" cy="627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Console -2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705C80-7510-3C2E-555C-D83D84A908C5}"/>
              </a:ext>
            </a:extLst>
          </p:cNvPr>
          <p:cNvSpPr/>
          <p:nvPr/>
        </p:nvSpPr>
        <p:spPr>
          <a:xfrm>
            <a:off x="5975497" y="5511208"/>
            <a:ext cx="1605517" cy="627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 Stack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BC411D-148C-B0DF-E2CC-6B37CD1363F3}"/>
              </a:ext>
            </a:extLst>
          </p:cNvPr>
          <p:cNvSpPr/>
          <p:nvPr/>
        </p:nvSpPr>
        <p:spPr>
          <a:xfrm>
            <a:off x="9019953" y="5511208"/>
            <a:ext cx="1605517" cy="627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Heap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38DC80A3-0DF3-3E5B-12A7-5D1163ED7522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2128284" y="365051"/>
            <a:ext cx="313660" cy="15824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5AB1FFFA-76A7-9D9B-1D1A-F0ABDCEE61DE}"/>
              </a:ext>
            </a:extLst>
          </p:cNvPr>
          <p:cNvCxnSpPr>
            <a:stCxn id="4" idx="2"/>
            <a:endCxn id="6" idx="1"/>
          </p:cNvCxnSpPr>
          <p:nvPr/>
        </p:nvCxnSpPr>
        <p:spPr>
          <a:xfrm rot="16200000" flipH="1">
            <a:off x="1701210" y="792125"/>
            <a:ext cx="1167808" cy="15824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7ABEE62D-AE0F-81C9-EDAF-46A36B00585C}"/>
              </a:ext>
            </a:extLst>
          </p:cNvPr>
          <p:cNvCxnSpPr>
            <a:cxnSpLocks/>
            <a:stCxn id="7" idx="2"/>
            <a:endCxn id="8" idx="1"/>
          </p:cNvCxnSpPr>
          <p:nvPr/>
        </p:nvCxnSpPr>
        <p:spPr>
          <a:xfrm rot="16200000" flipH="1">
            <a:off x="1982972" y="3005470"/>
            <a:ext cx="313660" cy="15824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B5B57C70-E4CF-3ACD-B5EA-94AE4635B5DD}"/>
              </a:ext>
            </a:extLst>
          </p:cNvPr>
          <p:cNvCxnSpPr>
            <a:stCxn id="7" idx="2"/>
            <a:endCxn id="9" idx="1"/>
          </p:cNvCxnSpPr>
          <p:nvPr/>
        </p:nvCxnSpPr>
        <p:spPr>
          <a:xfrm rot="16200000" flipH="1">
            <a:off x="1555898" y="3432544"/>
            <a:ext cx="1167808" cy="15824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63E8277F-E200-5649-3761-1D79A0FC0CBC}"/>
              </a:ext>
            </a:extLst>
          </p:cNvPr>
          <p:cNvCxnSpPr>
            <a:stCxn id="7" idx="2"/>
            <a:endCxn id="10" idx="1"/>
          </p:cNvCxnSpPr>
          <p:nvPr/>
        </p:nvCxnSpPr>
        <p:spPr>
          <a:xfrm rot="16200000" flipH="1">
            <a:off x="1047308" y="3941134"/>
            <a:ext cx="2184988" cy="15824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loud 27">
            <a:extLst>
              <a:ext uri="{FF2B5EF4-FFF2-40B4-BE49-F238E27FC236}">
                <a16:creationId xmlns:a16="http://schemas.microsoft.com/office/drawing/2014/main" id="{03F2B6F9-8BB3-4457-1781-388AB5FC1F2C}"/>
              </a:ext>
            </a:extLst>
          </p:cNvPr>
          <p:cNvSpPr/>
          <p:nvPr/>
        </p:nvSpPr>
        <p:spPr>
          <a:xfrm>
            <a:off x="8612372" y="999460"/>
            <a:ext cx="2488019" cy="1481469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Default</a:t>
            </a:r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519822CA-D7C2-48B3-FBCD-F745D89DF719}"/>
              </a:ext>
            </a:extLst>
          </p:cNvPr>
          <p:cNvSpPr/>
          <p:nvPr/>
        </p:nvSpPr>
        <p:spPr>
          <a:xfrm>
            <a:off x="7581014" y="3398874"/>
            <a:ext cx="4192772" cy="1481469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Each operation waits for the last one to complete before executing</a:t>
            </a:r>
          </a:p>
        </p:txBody>
      </p:sp>
    </p:spTree>
    <p:extLst>
      <p:ext uri="{BB962C8B-B14F-4D97-AF65-F5344CB8AC3E}">
        <p14:creationId xmlns:p14="http://schemas.microsoft.com/office/powerpoint/2010/main" val="3383551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062C5-CA97-FFF2-B79E-208296009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code vs Non Blocking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5CC9CC-8ABC-EA1B-A3F7-D563C3A6ED61}"/>
              </a:ext>
            </a:extLst>
          </p:cNvPr>
          <p:cNvSpPr txBox="1"/>
          <p:nvPr/>
        </p:nvSpPr>
        <p:spPr>
          <a:xfrm>
            <a:off x="946298" y="1690688"/>
            <a:ext cx="362624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Blocking:</a:t>
            </a:r>
          </a:p>
          <a:p>
            <a:r>
              <a:rPr lang="en-US" dirty="0"/>
              <a:t>	Block the flow of Program</a:t>
            </a:r>
          </a:p>
          <a:p>
            <a:r>
              <a:rPr lang="en-US" dirty="0"/>
              <a:t>	Read File Sync</a:t>
            </a:r>
          </a:p>
          <a:p>
            <a:r>
              <a:rPr lang="en-US" dirty="0"/>
              <a:t>Simple scripts</a:t>
            </a:r>
          </a:p>
          <a:p>
            <a:r>
              <a:rPr lang="en-US" dirty="0"/>
              <a:t>Small tasks</a:t>
            </a:r>
          </a:p>
          <a:p>
            <a:endParaRPr lang="en-US" dirty="0"/>
          </a:p>
          <a:p>
            <a:r>
              <a:rPr lang="en-US" dirty="0"/>
              <a:t>Non Blocking:</a:t>
            </a:r>
          </a:p>
          <a:p>
            <a:r>
              <a:rPr lang="en-US" dirty="0"/>
              <a:t>	Does not block execution</a:t>
            </a:r>
          </a:p>
          <a:p>
            <a:r>
              <a:rPr lang="en-US" dirty="0"/>
              <a:t>	Read File Async</a:t>
            </a:r>
          </a:p>
          <a:p>
            <a:r>
              <a:rPr lang="en-US" dirty="0"/>
              <a:t>API calls</a:t>
            </a:r>
          </a:p>
          <a:p>
            <a:r>
              <a:rPr lang="en-US" dirty="0"/>
              <a:t>File read</a:t>
            </a:r>
          </a:p>
          <a:p>
            <a:r>
              <a:rPr lang="en-US" dirty="0"/>
              <a:t>Database</a:t>
            </a:r>
          </a:p>
          <a:p>
            <a:r>
              <a:rPr lang="en-US" dirty="0"/>
              <a:t>Server </a:t>
            </a:r>
          </a:p>
        </p:txBody>
      </p:sp>
    </p:spTree>
    <p:extLst>
      <p:ext uri="{BB962C8B-B14F-4D97-AF65-F5344CB8AC3E}">
        <p14:creationId xmlns:p14="http://schemas.microsoft.com/office/powerpoint/2010/main" val="2776309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F2B9A03-D5BF-A7DC-0623-3BC30EC355B0}"/>
              </a:ext>
            </a:extLst>
          </p:cNvPr>
          <p:cNvSpPr/>
          <p:nvPr/>
        </p:nvSpPr>
        <p:spPr>
          <a:xfrm>
            <a:off x="818707" y="808074"/>
            <a:ext cx="4306186" cy="2743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JS Engine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9218A9-DE3F-90E2-CBF9-E0F5A48150F3}"/>
              </a:ext>
            </a:extLst>
          </p:cNvPr>
          <p:cNvSpPr/>
          <p:nvPr/>
        </p:nvSpPr>
        <p:spPr>
          <a:xfrm>
            <a:off x="7223051" y="808074"/>
            <a:ext cx="4306186" cy="2743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err="1"/>
              <a:t>webAPI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0489DF-E2B1-8A93-4C83-9338DE0B3F1B}"/>
              </a:ext>
            </a:extLst>
          </p:cNvPr>
          <p:cNvSpPr/>
          <p:nvPr/>
        </p:nvSpPr>
        <p:spPr>
          <a:xfrm>
            <a:off x="4020879" y="5092995"/>
            <a:ext cx="4306186" cy="12014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Task Queue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365170-DAA5-86DC-52D3-FF5001691174}"/>
              </a:ext>
            </a:extLst>
          </p:cNvPr>
          <p:cNvSpPr/>
          <p:nvPr/>
        </p:nvSpPr>
        <p:spPr>
          <a:xfrm>
            <a:off x="1132367" y="1183758"/>
            <a:ext cx="887819" cy="202727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Memory Heap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DD6642-DE9D-AF4D-9D3D-5567FCCE0F55}"/>
              </a:ext>
            </a:extLst>
          </p:cNvPr>
          <p:cNvSpPr/>
          <p:nvPr/>
        </p:nvSpPr>
        <p:spPr>
          <a:xfrm>
            <a:off x="3128630" y="1261730"/>
            <a:ext cx="1613491" cy="202727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Call Stack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D0F46B-176D-6417-AB4C-839D84322CE5}"/>
              </a:ext>
            </a:extLst>
          </p:cNvPr>
          <p:cNvSpPr/>
          <p:nvPr/>
        </p:nvSpPr>
        <p:spPr>
          <a:xfrm>
            <a:off x="7520319" y="1261730"/>
            <a:ext cx="1613491" cy="202727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DOM API</a:t>
            </a:r>
          </a:p>
          <a:p>
            <a:pPr algn="ctr"/>
            <a:r>
              <a:rPr lang="en-US" dirty="0"/>
              <a:t>Set Timeout</a:t>
            </a:r>
          </a:p>
          <a:p>
            <a:pPr algn="ctr"/>
            <a:r>
              <a:rPr lang="en-US" dirty="0"/>
              <a:t>Set interval</a:t>
            </a:r>
          </a:p>
          <a:p>
            <a:pPr algn="ctr"/>
            <a:r>
              <a:rPr lang="en-US" dirty="0"/>
              <a:t>Fetch()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1026B4-B0A6-E5C7-7D51-7AA45F07C0DB}"/>
              </a:ext>
            </a:extLst>
          </p:cNvPr>
          <p:cNvSpPr/>
          <p:nvPr/>
        </p:nvSpPr>
        <p:spPr>
          <a:xfrm>
            <a:off x="9706639" y="2512827"/>
            <a:ext cx="1613491" cy="77617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 </a:t>
            </a:r>
          </a:p>
          <a:p>
            <a:pPr algn="ctr"/>
            <a:r>
              <a:rPr lang="en-US" dirty="0"/>
              <a:t>Call back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89B2AC-AAA8-C621-42D4-E855218E1321}"/>
              </a:ext>
            </a:extLst>
          </p:cNvPr>
          <p:cNvSpPr/>
          <p:nvPr/>
        </p:nvSpPr>
        <p:spPr>
          <a:xfrm>
            <a:off x="4159988" y="5596270"/>
            <a:ext cx="1613491" cy="4536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F9DCD1-B3E7-DA55-7E32-C4204A709056}"/>
              </a:ext>
            </a:extLst>
          </p:cNvPr>
          <p:cNvSpPr/>
          <p:nvPr/>
        </p:nvSpPr>
        <p:spPr>
          <a:xfrm>
            <a:off x="5963092" y="5596270"/>
            <a:ext cx="1613491" cy="4536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CB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51BD1E6-0976-9987-31E9-A1DF84971273}"/>
              </a:ext>
            </a:extLst>
          </p:cNvPr>
          <p:cNvSpPr/>
          <p:nvPr/>
        </p:nvSpPr>
        <p:spPr>
          <a:xfrm>
            <a:off x="3237614" y="2048539"/>
            <a:ext cx="1385777" cy="31189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fn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A75D32-B969-7DD4-D182-5BE00405B1F2}"/>
              </a:ext>
            </a:extLst>
          </p:cNvPr>
          <p:cNvSpPr/>
          <p:nvPr/>
        </p:nvSpPr>
        <p:spPr>
          <a:xfrm>
            <a:off x="3240272" y="2512827"/>
            <a:ext cx="1385777" cy="31189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fn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01BC72F-241A-CACA-7AC5-7BEB16983970}"/>
              </a:ext>
            </a:extLst>
          </p:cNvPr>
          <p:cNvSpPr/>
          <p:nvPr/>
        </p:nvSpPr>
        <p:spPr>
          <a:xfrm>
            <a:off x="3238056" y="2931051"/>
            <a:ext cx="1385777" cy="31189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global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A646918-E086-0984-7480-3078243D612D}"/>
              </a:ext>
            </a:extLst>
          </p:cNvPr>
          <p:cNvCxnSpPr>
            <a:endCxn id="26" idx="1"/>
          </p:cNvCxnSpPr>
          <p:nvPr/>
        </p:nvCxnSpPr>
        <p:spPr>
          <a:xfrm>
            <a:off x="4623391" y="2243470"/>
            <a:ext cx="2896928" cy="31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A8B853AD-C24A-1A52-523D-D5EEAC6B7C2C}"/>
              </a:ext>
            </a:extLst>
          </p:cNvPr>
          <p:cNvCxnSpPr>
            <a:endCxn id="27" idx="0"/>
          </p:cNvCxnSpPr>
          <p:nvPr/>
        </p:nvCxnSpPr>
        <p:spPr>
          <a:xfrm>
            <a:off x="9133810" y="2275368"/>
            <a:ext cx="1379575" cy="23745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C2F959D8-1BE2-F183-C92D-03E94F95D6CF}"/>
              </a:ext>
            </a:extLst>
          </p:cNvPr>
          <p:cNvCxnSpPr/>
          <p:nvPr/>
        </p:nvCxnSpPr>
        <p:spPr>
          <a:xfrm rot="10800000" flipV="1">
            <a:off x="7616458" y="3289004"/>
            <a:ext cx="2931041" cy="258016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BC3E32A-1D4F-829E-851A-C7FC380411D0}"/>
              </a:ext>
            </a:extLst>
          </p:cNvPr>
          <p:cNvCxnSpPr>
            <a:stCxn id="23" idx="1"/>
            <a:endCxn id="25" idx="2"/>
          </p:cNvCxnSpPr>
          <p:nvPr/>
        </p:nvCxnSpPr>
        <p:spPr>
          <a:xfrm rot="10800000">
            <a:off x="3935377" y="3289005"/>
            <a:ext cx="85503" cy="240473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5F97C81-FA63-73BA-9D1D-0EB8847A217F}"/>
              </a:ext>
            </a:extLst>
          </p:cNvPr>
          <p:cNvSpPr txBox="1"/>
          <p:nvPr/>
        </p:nvSpPr>
        <p:spPr>
          <a:xfrm>
            <a:off x="2071385" y="4437838"/>
            <a:ext cx="1885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to Call Stack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7F91490-534C-2021-3B27-48368084E8EA}"/>
              </a:ext>
            </a:extLst>
          </p:cNvPr>
          <p:cNvSpPr/>
          <p:nvPr/>
        </p:nvSpPr>
        <p:spPr>
          <a:xfrm>
            <a:off x="4294860" y="3646968"/>
            <a:ext cx="4306186" cy="12014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Promise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0805034-1D9D-C5A7-CDFA-996843C92E3E}"/>
              </a:ext>
            </a:extLst>
          </p:cNvPr>
          <p:cNvSpPr/>
          <p:nvPr/>
        </p:nvSpPr>
        <p:spPr>
          <a:xfrm>
            <a:off x="4433969" y="4150243"/>
            <a:ext cx="1613491" cy="4536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00D757B-14E5-6287-022F-6CBD3181A6AE}"/>
              </a:ext>
            </a:extLst>
          </p:cNvPr>
          <p:cNvSpPr/>
          <p:nvPr/>
        </p:nvSpPr>
        <p:spPr>
          <a:xfrm>
            <a:off x="6237073" y="4150243"/>
            <a:ext cx="1613491" cy="4536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CB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39DEA58A-7982-02A1-22BB-67CD698E659C}"/>
              </a:ext>
            </a:extLst>
          </p:cNvPr>
          <p:cNvCxnSpPr>
            <a:stCxn id="43" idx="1"/>
            <a:endCxn id="33" idx="2"/>
          </p:cNvCxnSpPr>
          <p:nvPr/>
        </p:nvCxnSpPr>
        <p:spPr>
          <a:xfrm rot="10800000">
            <a:off x="3930946" y="3242942"/>
            <a:ext cx="363915" cy="100476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8BF19D3-B22A-92A5-C9CE-168F49A64E7E}"/>
              </a:ext>
            </a:extLst>
          </p:cNvPr>
          <p:cNvSpPr txBox="1"/>
          <p:nvPr/>
        </p:nvSpPr>
        <p:spPr>
          <a:xfrm>
            <a:off x="5231470" y="1874138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</a:t>
            </a:r>
          </a:p>
        </p:txBody>
      </p:sp>
      <p:sp>
        <p:nvSpPr>
          <p:cNvPr id="49" name="Cloud 48">
            <a:extLst>
              <a:ext uri="{FF2B5EF4-FFF2-40B4-BE49-F238E27FC236}">
                <a16:creationId xmlns:a16="http://schemas.microsoft.com/office/drawing/2014/main" id="{31F79321-EC29-95BD-BCE4-D207CD904294}"/>
              </a:ext>
            </a:extLst>
          </p:cNvPr>
          <p:cNvSpPr/>
          <p:nvPr/>
        </p:nvSpPr>
        <p:spPr>
          <a:xfrm>
            <a:off x="1354322" y="5092995"/>
            <a:ext cx="2488019" cy="1481469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 Loop</a:t>
            </a:r>
          </a:p>
        </p:txBody>
      </p:sp>
    </p:spTree>
    <p:extLst>
      <p:ext uri="{BB962C8B-B14F-4D97-AF65-F5344CB8AC3E}">
        <p14:creationId xmlns:p14="http://schemas.microsoft.com/office/powerpoint/2010/main" val="2004792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EB28BC-371A-2388-9C6E-902B62CBAA6E}"/>
              </a:ext>
            </a:extLst>
          </p:cNvPr>
          <p:cNvSpPr txBox="1"/>
          <p:nvPr/>
        </p:nvSpPr>
        <p:spPr>
          <a:xfrm>
            <a:off x="841664" y="550718"/>
            <a:ext cx="1041169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Project Structure</a:t>
            </a:r>
          </a:p>
          <a:p>
            <a:r>
              <a:rPr lang="en-US" sz="4400" dirty="0"/>
              <a:t>Components</a:t>
            </a:r>
          </a:p>
          <a:p>
            <a:r>
              <a:rPr lang="en-US" sz="4400" dirty="0"/>
              <a:t>State </a:t>
            </a:r>
            <a:r>
              <a:rPr lang="en-US" sz="4400" dirty="0" err="1"/>
              <a:t>tasklist</a:t>
            </a:r>
            <a:r>
              <a:rPr lang="en-US" sz="4400" dirty="0"/>
              <a:t> &amp; </a:t>
            </a:r>
            <a:r>
              <a:rPr lang="en-US" sz="4400" dirty="0" err="1"/>
              <a:t>setTasklist</a:t>
            </a:r>
            <a:endParaRPr lang="en-US" sz="4400" dirty="0"/>
          </a:p>
          <a:p>
            <a:r>
              <a:rPr lang="en-US" sz="4400" dirty="0"/>
              <a:t>Function Edit &amp; Delete</a:t>
            </a:r>
          </a:p>
          <a:p>
            <a:r>
              <a:rPr lang="en-US" sz="4400" dirty="0"/>
              <a:t>Warning Undefined Value</a:t>
            </a:r>
          </a:p>
          <a:p>
            <a:r>
              <a:rPr lang="en-US" sz="4400" dirty="0"/>
              <a:t>Local Storage Store All Tasks</a:t>
            </a:r>
          </a:p>
          <a:p>
            <a:r>
              <a:rPr lang="en-US" sz="4400" dirty="0"/>
              <a:t>Theme Change Background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828786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3A56D-C570-7095-B214-10CA0CD06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111DA7-B802-D359-A660-1A157F60EE4A}"/>
              </a:ext>
            </a:extLst>
          </p:cNvPr>
          <p:cNvSpPr txBox="1"/>
          <p:nvPr/>
        </p:nvSpPr>
        <p:spPr>
          <a:xfrm>
            <a:off x="841664" y="550718"/>
            <a:ext cx="10411691" cy="618630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dirty="0"/>
              <a:t>Introduction React Router</a:t>
            </a:r>
          </a:p>
          <a:p>
            <a:r>
              <a:rPr lang="en-US" dirty="0"/>
              <a:t>React Router is used in application to navigate between pages without reloading the browser.</a:t>
            </a:r>
          </a:p>
          <a:p>
            <a:r>
              <a:rPr lang="en-US" dirty="0"/>
              <a:t>React Router setup</a:t>
            </a:r>
          </a:p>
          <a:p>
            <a:r>
              <a:rPr lang="en-US" dirty="0"/>
              <a:t>Project Structure</a:t>
            </a:r>
          </a:p>
          <a:p>
            <a:r>
              <a:rPr lang="en-US" dirty="0"/>
              <a:t>Navigation</a:t>
            </a:r>
          </a:p>
          <a:p>
            <a:r>
              <a:rPr lang="en-US" dirty="0"/>
              <a:t>&lt;Link to=&gt; replace &lt;a&gt; tags</a:t>
            </a:r>
          </a:p>
          <a:p>
            <a:r>
              <a:rPr lang="en-US" dirty="0"/>
              <a:t>			No page reload</a:t>
            </a:r>
          </a:p>
          <a:p>
            <a:r>
              <a:rPr lang="en-US" dirty="0"/>
              <a:t>			Faster navigation </a:t>
            </a:r>
          </a:p>
          <a:p>
            <a:r>
              <a:rPr lang="en-US" dirty="0"/>
              <a:t>			Keeps app as SPA (Single Page Application)</a:t>
            </a:r>
          </a:p>
          <a:p>
            <a:r>
              <a:rPr lang="en-US" dirty="0" err="1"/>
              <a:t>useNavigate</a:t>
            </a:r>
            <a:r>
              <a:rPr lang="en-US" dirty="0"/>
              <a:t> – sometimes we don’t click a link – </a:t>
            </a:r>
          </a:p>
          <a:p>
            <a:r>
              <a:rPr lang="en-US" dirty="0"/>
              <a:t>			After form submission</a:t>
            </a:r>
          </a:p>
          <a:p>
            <a:r>
              <a:rPr lang="en-US" dirty="0"/>
              <a:t>			After login/logout</a:t>
            </a:r>
          </a:p>
          <a:p>
            <a:r>
              <a:rPr lang="en-US" dirty="0"/>
              <a:t>			Conditional redirects</a:t>
            </a:r>
          </a:p>
          <a:p>
            <a:r>
              <a:rPr lang="en-US" dirty="0"/>
              <a:t>Navigate with Parameters</a:t>
            </a:r>
          </a:p>
          <a:p>
            <a:r>
              <a:rPr lang="en-US" dirty="0"/>
              <a:t>			/product/1001</a:t>
            </a:r>
          </a:p>
          <a:p>
            <a:r>
              <a:rPr lang="en-US" dirty="0"/>
              <a:t>Navigation with state</a:t>
            </a:r>
          </a:p>
          <a:p>
            <a:endParaRPr lang="en-US" dirty="0"/>
          </a:p>
          <a:p>
            <a:r>
              <a:rPr lang="en-US" dirty="0" err="1"/>
              <a:t>NavLink</a:t>
            </a:r>
            <a:r>
              <a:rPr lang="en-US" dirty="0"/>
              <a:t>- styling for active page</a:t>
            </a:r>
          </a:p>
          <a:p>
            <a:r>
              <a:rPr lang="en-US" dirty="0"/>
              <a:t>Route Parameters</a:t>
            </a:r>
          </a:p>
          <a:p>
            <a:r>
              <a:rPr lang="en-US" dirty="0" err="1"/>
              <a:t>searchParam</a:t>
            </a:r>
            <a:endParaRPr lang="en-US" dirty="0"/>
          </a:p>
          <a:p>
            <a:r>
              <a:rPr lang="en-US" dirty="0"/>
              <a:t>Location</a:t>
            </a:r>
          </a:p>
          <a:p>
            <a:r>
              <a:rPr lang="en-US" dirty="0"/>
              <a:t>No route Found</a:t>
            </a:r>
          </a:p>
          <a:p>
            <a:r>
              <a:rPr lang="en-US" dirty="0"/>
              <a:t>Nested routes</a:t>
            </a:r>
          </a:p>
          <a:p>
            <a:r>
              <a:rPr lang="en-US" dirty="0"/>
              <a:t>Project Restructuring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928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7AA66-5792-650E-05BF-5809827D4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Tailwindcss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9F1E7-E5C7-B842-01BC-D8A8D7A73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Common properties</a:t>
            </a:r>
          </a:p>
          <a:p>
            <a:r>
              <a:rPr lang="en-US" dirty="0"/>
              <a:t>Hover, focus and other States</a:t>
            </a:r>
          </a:p>
          <a:p>
            <a:r>
              <a:rPr lang="en-US" dirty="0"/>
              <a:t>Responsive Design</a:t>
            </a:r>
          </a:p>
          <a:p>
            <a:r>
              <a:rPr lang="en-US" dirty="0"/>
              <a:t>Dark Mode</a:t>
            </a:r>
          </a:p>
          <a:p>
            <a:r>
              <a:rPr lang="en-US" dirty="0"/>
              <a:t>Custom configuration</a:t>
            </a:r>
          </a:p>
          <a:p>
            <a:r>
              <a:rPr lang="en-US" dirty="0"/>
              <a:t>Project Demo</a:t>
            </a:r>
          </a:p>
          <a:p>
            <a:r>
              <a:rPr lang="en-US" dirty="0"/>
              <a:t>Header &amp; Hero Section</a:t>
            </a:r>
          </a:p>
          <a:p>
            <a:r>
              <a:rPr lang="en-US" dirty="0"/>
              <a:t>Footer</a:t>
            </a:r>
          </a:p>
          <a:p>
            <a:r>
              <a:rPr lang="en-US" dirty="0"/>
              <a:t>Responsive Screen &amp; component tools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107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E7A3B-D072-C9D6-C3E3-581267BCB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cinemate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8F2F8-F890-6326-5520-17BB7A4C8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392382"/>
            <a:ext cx="10782300" cy="5247409"/>
          </a:xfrm>
        </p:spPr>
        <p:txBody>
          <a:bodyPr numCol="2">
            <a:normAutofit/>
          </a:bodyPr>
          <a:lstStyle/>
          <a:p>
            <a:r>
              <a:rPr lang="en-US" dirty="0"/>
              <a:t>Project demo</a:t>
            </a:r>
          </a:p>
          <a:p>
            <a:r>
              <a:rPr lang="en-US" dirty="0"/>
              <a:t>Project Setup</a:t>
            </a:r>
          </a:p>
          <a:p>
            <a:r>
              <a:rPr lang="en-US" dirty="0"/>
              <a:t>Tailwind intro</a:t>
            </a:r>
          </a:p>
          <a:p>
            <a:r>
              <a:rPr lang="en-US" dirty="0"/>
              <a:t>TMDB API </a:t>
            </a:r>
          </a:p>
          <a:p>
            <a:r>
              <a:rPr lang="en-US" dirty="0"/>
              <a:t>UI Design (Tailwind &amp; Flowbite)</a:t>
            </a:r>
          </a:p>
          <a:p>
            <a:r>
              <a:rPr lang="en-US" dirty="0"/>
              <a:t>Navigation Structure</a:t>
            </a:r>
          </a:p>
          <a:p>
            <a:r>
              <a:rPr lang="en-US" dirty="0"/>
              <a:t>Dark Mode integration</a:t>
            </a:r>
          </a:p>
          <a:p>
            <a:r>
              <a:rPr lang="en-US" dirty="0"/>
              <a:t>Movie List Structure</a:t>
            </a:r>
          </a:p>
          <a:p>
            <a:r>
              <a:rPr lang="en-US" dirty="0"/>
              <a:t>API Fetch Movie List</a:t>
            </a:r>
          </a:p>
          <a:p>
            <a:r>
              <a:rPr lang="en-US" dirty="0"/>
              <a:t>Custom Hook </a:t>
            </a:r>
            <a:r>
              <a:rPr lang="en-US" dirty="0" err="1"/>
              <a:t>useFetch</a:t>
            </a:r>
            <a:endParaRPr lang="en-US" dirty="0"/>
          </a:p>
          <a:p>
            <a:r>
              <a:rPr lang="en-US" dirty="0"/>
              <a:t>API Fetch Movie Search</a:t>
            </a:r>
          </a:p>
          <a:p>
            <a:r>
              <a:rPr lang="en-US" dirty="0"/>
              <a:t>Tailwind CSS customization</a:t>
            </a:r>
          </a:p>
          <a:p>
            <a:r>
              <a:rPr lang="en-US" dirty="0"/>
              <a:t>Page Not Found</a:t>
            </a:r>
          </a:p>
          <a:p>
            <a:r>
              <a:rPr lang="en-US" dirty="0"/>
              <a:t>Individual </a:t>
            </a:r>
            <a:r>
              <a:rPr lang="en-US"/>
              <a:t>Movie information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655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21800</TotalTime>
  <Words>512</Words>
  <Application>Microsoft Macintosh PowerPoint</Application>
  <PresentationFormat>Widescreen</PresentationFormat>
  <Paragraphs>160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What is React?</vt:lpstr>
      <vt:lpstr>What is Component?</vt:lpstr>
      <vt:lpstr>Create React App</vt:lpstr>
      <vt:lpstr>States</vt:lpstr>
      <vt:lpstr>PowerPoint Presentation</vt:lpstr>
      <vt:lpstr>PowerPoint Presentation</vt:lpstr>
      <vt:lpstr>PowerPoint Presentation</vt:lpstr>
      <vt:lpstr>Blocking code vs Non Blocking code</vt:lpstr>
      <vt:lpstr>PowerPoint Presentation</vt:lpstr>
      <vt:lpstr>PowerPoint Presentation</vt:lpstr>
      <vt:lpstr>PowerPoint Presentation</vt:lpstr>
      <vt:lpstr>Tailwindcss </vt:lpstr>
      <vt:lpstr>cinemate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Aeeron Academy</dc:creator>
  <cp:lastModifiedBy>Aeeron Academy</cp:lastModifiedBy>
  <cp:revision>37</cp:revision>
  <dcterms:created xsi:type="dcterms:W3CDTF">2025-07-02T10:33:21Z</dcterms:created>
  <dcterms:modified xsi:type="dcterms:W3CDTF">2026-05-08T13:06:56Z</dcterms:modified>
</cp:coreProperties>
</file>