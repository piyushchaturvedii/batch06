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67"/>
  </p:normalViewPr>
  <p:slideViewPr>
    <p:cSldViewPr snapToGrid="0">
      <p:cViewPr varScale="1">
        <p:scale>
          <a:sx n="118" d="100"/>
          <a:sy n="118" d="100"/>
        </p:scale>
        <p:origin x="216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CCCA-0FDB-D277-E384-7297B6D87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2E821E-18B4-DC2F-B954-21D25B137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73449-F024-9644-547C-D184A7A4E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208AA-7D83-1D01-372D-2FDD59B77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E989E-7C43-5FAB-069B-37CF383B5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71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342A4-32A5-DC56-63DF-68593149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E59D9-75C3-C3FA-7B00-99E14BC14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7EBBB-A008-D996-5B36-535B52BC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FEAF-5C03-BC76-B420-E5E150123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62071-ECF3-8624-A18D-7B8F17D5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9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D9E63-652D-5492-9C69-3E837F73F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18F2B-4052-8FE4-FFEA-907BB8942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7A125-0762-5E22-512B-048787755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2742FE-994A-7F7D-E13D-34ECA6A6C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0AAD4-57A5-512E-4312-BB1773C20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632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A6FA7-9295-DCC7-9C09-C6916C61D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58A6B-FF3F-AD0B-C7DF-47C0F39AAD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7E6C19-CA6C-12F5-4036-E8773A23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96EB9-C6FD-3AE3-968D-153231BE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94D30-A496-C92C-5974-3378C850E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046523-EC93-044B-E65A-33B5B48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34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722B5-3E81-5B50-2B71-2584D2142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BD083-0DDC-B7EB-BE45-87B5E45FC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3CD957-54B2-7FA9-A163-04DDAFDEFB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FB6DF5-AB7F-4EE6-70C6-8CDF015066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457AD0-4D8F-10B3-CA32-A5AA05531B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4C865E-E12F-1255-638B-70A5510A3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DA7C5C-C4FC-4E9A-BAB5-336AFF9D1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3095C1-3D69-8121-CD14-9E02ADE92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0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1FE9F-BC40-8B2F-407F-BBC871821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76B06-567A-94F5-89EC-533CFB7BA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74243-4980-C5D7-41F2-3AE79292B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306EE4-6DC2-29C4-BF2A-568E363F0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84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6D6489-D076-44CB-AF3F-F84861FD5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1C16D5-820A-6C04-8103-25C42CA60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D276C-2612-F340-9878-9BE6AEDB9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96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B7C64-7940-3139-A25E-E6BD5E7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F4C6F-857B-394A-CF8D-224D6600F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B85B7-4A39-0819-1818-4C6BDAB5C1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148E7-BCC4-2CE7-28B9-2E45ADC7C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79F462-FD97-D049-671E-F9C50C23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F7694B-1122-3B00-7B35-3B333B8C7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2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7E2D8-C3F4-5842-27D5-63D82AB58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8D688F-8E61-3506-2016-3156C0A1D2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0B039-D9E0-CA55-3667-39EFB46E50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E8D216-2B11-34BB-5448-B0B039A84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B6EEA8-4B94-31D4-7470-669B19A09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1C360-368A-B00E-BE7A-FA0DF95A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177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E847-992F-EED8-1B39-FE13BEAD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C92D7-B542-3BA7-01A3-768D21D0FB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27D0C-830C-53D6-66ED-D0A108D13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B0346-57DD-320A-82E2-658A3C4F3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F0FC3-8A3D-6222-C7F6-302FDB4A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493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C160E-CA3D-DD8C-3065-71796929B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CDB2A6-9B71-B599-DB28-BAFC18A467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E9F84-32B1-4F0A-362C-F22B2D519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16A9F-A6B5-07EC-8B0D-F4972247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665DBE-4FF2-9B8D-EE9C-5A27A8F3F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116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F13C14-D0F4-E3B6-21E8-CA315A5AE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2371E0-DB6B-8031-63E5-18D76FC87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2DA92-133E-9857-1065-1AC0ADA5CA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4A9DE-5D16-5148-A31A-5AFF5E45A3E1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17630-CCF0-A3E0-36E6-3B46E3F35C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242EB-1DCC-EBFF-AB47-7B138B0ED9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2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D88FA-FE25-EC35-E707-69A9EBA48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17323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F4869-4A03-DE42-3632-67891EEAA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26771"/>
            <a:ext cx="9144000" cy="3331029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React IS JAVASCRIPT LIBRARY FOR BUILDING USER INTERFACES.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DEVELOPED &amp; Maintained BY FACEBOOK ( META)</a:t>
            </a:r>
          </a:p>
        </p:txBody>
      </p:sp>
    </p:spTree>
    <p:extLst>
      <p:ext uri="{BB962C8B-B14F-4D97-AF65-F5344CB8AC3E}">
        <p14:creationId xmlns:p14="http://schemas.microsoft.com/office/powerpoint/2010/main" val="2614414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C4095-3A97-E674-B16E-D93D5AB72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B0E2A-40F6-6CE8-0F6F-60CFA1313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component is a small, reusable piece of code that defines a part of a user interface.</a:t>
            </a:r>
          </a:p>
          <a:p>
            <a:r>
              <a:rPr lang="en-US" dirty="0"/>
              <a:t>They can be reused throughout an application, making it easier t build and maintain large, modular applications.</a:t>
            </a:r>
          </a:p>
          <a:p>
            <a:r>
              <a:rPr lang="en-US" dirty="0"/>
              <a:t>Components can be nested inside other components to create complex user interfaces.</a:t>
            </a:r>
          </a:p>
        </p:txBody>
      </p:sp>
    </p:spTree>
    <p:extLst>
      <p:ext uri="{BB962C8B-B14F-4D97-AF65-F5344CB8AC3E}">
        <p14:creationId xmlns:p14="http://schemas.microsoft.com/office/powerpoint/2010/main" val="234629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C48C-8354-037F-7FCF-278653BE8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React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7976-1A80-720C-566F-235B3C8C9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new single-page application</a:t>
            </a:r>
          </a:p>
          <a:p>
            <a:endParaRPr lang="en-US" dirty="0"/>
          </a:p>
          <a:p>
            <a:r>
              <a:rPr lang="en-US" dirty="0" err="1"/>
              <a:t>npx</a:t>
            </a:r>
            <a:r>
              <a:rPr lang="en-US" dirty="0"/>
              <a:t> create-react-app my-app</a:t>
            </a:r>
          </a:p>
          <a:p>
            <a:r>
              <a:rPr lang="en-US" dirty="0"/>
              <a:t>JSX In-depth Intro</a:t>
            </a:r>
          </a:p>
          <a:p>
            <a:r>
              <a:rPr lang="en-US" dirty="0"/>
              <a:t>Basic Template Structure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104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D9721-1DE5-1D37-527B-A1D8F93D8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1C6C7-5816-D719-247F-5983BA7AC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Why we need States ?</a:t>
            </a:r>
          </a:p>
        </p:txBody>
      </p:sp>
    </p:spTree>
    <p:extLst>
      <p:ext uri="{BB962C8B-B14F-4D97-AF65-F5344CB8AC3E}">
        <p14:creationId xmlns:p14="http://schemas.microsoft.com/office/powerpoint/2010/main" val="57581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99</Words>
  <Application>Microsoft Macintosh PowerPoint</Application>
  <PresentationFormat>Widescreen</PresentationFormat>
  <Paragraphs>18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What is React?</vt:lpstr>
      <vt:lpstr>What is Component?</vt:lpstr>
      <vt:lpstr>Create React App</vt:lpstr>
      <vt:lpstr>States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9</cp:revision>
  <dcterms:created xsi:type="dcterms:W3CDTF">2025-07-02T10:33:21Z</dcterms:created>
  <dcterms:modified xsi:type="dcterms:W3CDTF">2026-03-27T12:34:38Z</dcterms:modified>
</cp:coreProperties>
</file>